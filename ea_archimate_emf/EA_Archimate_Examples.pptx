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Relationship Id="rId8" Type="http://schemas.openxmlformats.org/officeDocument/2006/relationships/image" Target="../media/image7.wmf"/><Relationship Id="rId9" Type="http://schemas.openxmlformats.org/officeDocument/2006/relationships/image" Target="../media/image8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3" Type="http://schemas.openxmlformats.org/officeDocument/2006/relationships/image" Target="../media/image10.wmf"/><Relationship Id="rId4" Type="http://schemas.openxmlformats.org/officeDocument/2006/relationships/image" Target="../media/image11.wmf"/><Relationship Id="rId5" Type="http://schemas.openxmlformats.org/officeDocument/2006/relationships/image" Target="../media/image12.wmf"/><Relationship Id="rId6" Type="http://schemas.openxmlformats.org/officeDocument/2006/relationships/image" Target="../media/image13.wmf"/><Relationship Id="rId7" Type="http://schemas.openxmlformats.org/officeDocument/2006/relationships/image" Target="../media/image14.wmf"/><Relationship Id="rId8" Type="http://schemas.openxmlformats.org/officeDocument/2006/relationships/image" Target="../media/image15.wmf"/><Relationship Id="rId9" Type="http://schemas.openxmlformats.org/officeDocument/2006/relationships/image" Target="../media/image16.wmf"/><Relationship Id="rId10" Type="http://schemas.openxmlformats.org/officeDocument/2006/relationships/image" Target="../media/image17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wmf"/><Relationship Id="rId3" Type="http://schemas.openxmlformats.org/officeDocument/2006/relationships/image" Target="../media/image19.wmf"/><Relationship Id="rId4" Type="http://schemas.openxmlformats.org/officeDocument/2006/relationships/image" Target="../media/image20.wmf"/><Relationship Id="rId5" Type="http://schemas.openxmlformats.org/officeDocument/2006/relationships/image" Target="../media/image21.wmf"/><Relationship Id="rId6" Type="http://schemas.openxmlformats.org/officeDocument/2006/relationships/image" Target="../media/image22.wmf"/><Relationship Id="rId7" Type="http://schemas.openxmlformats.org/officeDocument/2006/relationships/image" Target="../media/image23.wmf"/><Relationship Id="rId8" Type="http://schemas.openxmlformats.org/officeDocument/2006/relationships/image" Target="../media/image24.wmf"/><Relationship Id="rId9" Type="http://schemas.openxmlformats.org/officeDocument/2006/relationships/image" Target="../media/image25.wmf"/><Relationship Id="rId10" Type="http://schemas.openxmlformats.org/officeDocument/2006/relationships/image" Target="../media/image26.wmf"/><Relationship Id="rId11" Type="http://schemas.openxmlformats.org/officeDocument/2006/relationships/image" Target="../media/image27.wmf"/><Relationship Id="rId12" Type="http://schemas.openxmlformats.org/officeDocument/2006/relationships/image" Target="../media/image28.wmf"/><Relationship Id="rId13" Type="http://schemas.openxmlformats.org/officeDocument/2006/relationships/image" Target="../media/image29.wmf"/><Relationship Id="rId14" Type="http://schemas.openxmlformats.org/officeDocument/2006/relationships/image" Target="../media/image30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4.wmf"/><Relationship Id="rId4" Type="http://schemas.openxmlformats.org/officeDocument/2006/relationships/image" Target="../media/image3.wmf"/><Relationship Id="rId5" Type="http://schemas.openxmlformats.org/officeDocument/2006/relationships/image" Target="../media/image21.wmf"/><Relationship Id="rId6" Type="http://schemas.openxmlformats.org/officeDocument/2006/relationships/image" Target="../media/image6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architecture in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Examples: ArchiMate-style elements, relationship connectors, and a small scenario.</a:t>
            </a:r>
          </a:p>
          <a:p>
            <a:r>
              <a:t>EMF files include four edge targets to align connectors.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Layer examples — business &amp; application elements</a:t>
            </a:r>
          </a:p>
        </p:txBody>
      </p:sp>
      <p:pic>
        <p:nvPicPr>
          <p:cNvPr id="3" name="Picture 2" descr="Business_Actor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874519" cy="11316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0312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Business Actor</a:t>
            </a:r>
          </a:p>
        </p:txBody>
      </p:sp>
      <p:pic>
        <p:nvPicPr>
          <p:cNvPr id="5" name="Picture 4" descr="Business_Role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99" y="1234440"/>
            <a:ext cx="1874519" cy="1131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599" y="210312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Business Role</a:t>
            </a:r>
          </a:p>
        </p:txBody>
      </p:sp>
      <p:pic>
        <p:nvPicPr>
          <p:cNvPr id="7" name="Picture 6" descr="Business_Process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8" y="1234440"/>
            <a:ext cx="1874519" cy="11316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1998" y="210312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Business Process</a:t>
            </a:r>
          </a:p>
        </p:txBody>
      </p:sp>
      <p:pic>
        <p:nvPicPr>
          <p:cNvPr id="9" name="Picture 8" descr="Business_Service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397" y="1234440"/>
            <a:ext cx="1874519" cy="11316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397" y="210312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Business Service</a:t>
            </a:r>
          </a:p>
        </p:txBody>
      </p:sp>
      <p:pic>
        <p:nvPicPr>
          <p:cNvPr id="11" name="Picture 10" descr="Application_Component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51760"/>
            <a:ext cx="1874519" cy="11316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52044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Application Component</a:t>
            </a:r>
          </a:p>
        </p:txBody>
      </p:sp>
      <p:pic>
        <p:nvPicPr>
          <p:cNvPr id="13" name="Picture 12" descr="Application_Service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99" y="2651760"/>
            <a:ext cx="1874519" cy="11316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14599" y="352044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Application Service</a:t>
            </a:r>
          </a:p>
        </p:txBody>
      </p:sp>
      <p:pic>
        <p:nvPicPr>
          <p:cNvPr id="15" name="Picture 14" descr="Data_Object.em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998" y="2651760"/>
            <a:ext cx="1874519" cy="11316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1998" y="352044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Data Object</a:t>
            </a:r>
          </a:p>
        </p:txBody>
      </p:sp>
      <p:pic>
        <p:nvPicPr>
          <p:cNvPr id="17" name="Picture 16" descr="Application_Function.em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397" y="2651760"/>
            <a:ext cx="1874519" cy="113160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29397" y="3520440"/>
            <a:ext cx="1874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Application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Technology, location, and motivation</a:t>
            </a:r>
          </a:p>
        </p:txBody>
      </p:sp>
      <p:pic>
        <p:nvPicPr>
          <p:cNvPr id="3" name="Picture 2" descr="Technology_Node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965960" cy="1186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10312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Node</a:t>
            </a:r>
          </a:p>
        </p:txBody>
      </p:sp>
      <p:pic>
        <p:nvPicPr>
          <p:cNvPr id="5" name="Picture 4" descr="Technology_Interface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234440"/>
            <a:ext cx="1965960" cy="1186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210312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Technology Interface</a:t>
            </a:r>
          </a:p>
        </p:txBody>
      </p:sp>
      <p:pic>
        <p:nvPicPr>
          <p:cNvPr id="7" name="Picture 6" descr="Technology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34440"/>
            <a:ext cx="1965960" cy="1186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210312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Technology</a:t>
            </a:r>
          </a:p>
        </p:txBody>
      </p:sp>
      <p:pic>
        <p:nvPicPr>
          <p:cNvPr id="9" name="Picture 8" descr="Locatio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234440"/>
            <a:ext cx="1965960" cy="1186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0" y="210312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Location</a:t>
            </a:r>
          </a:p>
        </p:txBody>
      </p:sp>
      <p:pic>
        <p:nvPicPr>
          <p:cNvPr id="11" name="Picture 10" descr="Representation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1234440"/>
            <a:ext cx="1965960" cy="1186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06840" y="210312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Representation</a:t>
            </a:r>
          </a:p>
        </p:txBody>
      </p:sp>
      <p:pic>
        <p:nvPicPr>
          <p:cNvPr id="13" name="Picture 12" descr="Constraint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880360"/>
            <a:ext cx="1965960" cy="11868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374904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Constraint</a:t>
            </a:r>
          </a:p>
        </p:txBody>
      </p:sp>
      <p:pic>
        <p:nvPicPr>
          <p:cNvPr id="15" name="Picture 14" descr="Requirement.em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2880360"/>
            <a:ext cx="1965960" cy="11868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0" y="374904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Requirement</a:t>
            </a:r>
          </a:p>
        </p:txBody>
      </p:sp>
      <p:pic>
        <p:nvPicPr>
          <p:cNvPr id="17" name="Picture 16" descr="Goal.em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2880360"/>
            <a:ext cx="1965960" cy="11868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09160" y="374904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Goal</a:t>
            </a:r>
          </a:p>
        </p:txBody>
      </p:sp>
      <p:pic>
        <p:nvPicPr>
          <p:cNvPr id="19" name="Picture 18" descr="Gap.em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880360"/>
            <a:ext cx="1965960" cy="11868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0" y="374904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ArchiMate-style relationship connectors (EMF)</a:t>
            </a:r>
          </a:p>
        </p:txBody>
      </p:sp>
      <p:pic>
        <p:nvPicPr>
          <p:cNvPr id="3" name="Picture 2" descr="Archimate_Rel_Composition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691640" cy="451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01168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Composition</a:t>
            </a:r>
          </a:p>
        </p:txBody>
      </p:sp>
      <p:pic>
        <p:nvPicPr>
          <p:cNvPr id="5" name="Picture 4" descr="Archimate_Rel_Aggregation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143000"/>
            <a:ext cx="1691640" cy="451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21408" y="201168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Aggregation</a:t>
            </a:r>
          </a:p>
        </p:txBody>
      </p:sp>
      <p:pic>
        <p:nvPicPr>
          <p:cNvPr id="7" name="Picture 6" descr="Archimate_Rel_Assignment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76" y="1143000"/>
            <a:ext cx="1691640" cy="451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22776" y="201168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Assignment</a:t>
            </a:r>
          </a:p>
        </p:txBody>
      </p:sp>
      <p:pic>
        <p:nvPicPr>
          <p:cNvPr id="9" name="Picture 8" descr="Archimate_Rel_Realizatio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4" y="1143000"/>
            <a:ext cx="1691640" cy="451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4144" y="201168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Realization</a:t>
            </a:r>
          </a:p>
        </p:txBody>
      </p:sp>
      <p:pic>
        <p:nvPicPr>
          <p:cNvPr id="11" name="Picture 10" descr="Archimate_Rel_Association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1143000"/>
            <a:ext cx="1691640" cy="451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25512" y="201168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Association</a:t>
            </a:r>
          </a:p>
        </p:txBody>
      </p:sp>
      <p:pic>
        <p:nvPicPr>
          <p:cNvPr id="13" name="Picture 12" descr="Archimate_Rel_Association_Directed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2560320"/>
            <a:ext cx="1691640" cy="451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34290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Assoc. (directed)</a:t>
            </a:r>
          </a:p>
        </p:txBody>
      </p:sp>
      <p:pic>
        <p:nvPicPr>
          <p:cNvPr id="15" name="Picture 14" descr="Archimate_Rel_Serving.em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408" y="2560320"/>
            <a:ext cx="1691640" cy="4512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21408" y="34290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Serving</a:t>
            </a:r>
          </a:p>
        </p:txBody>
      </p:sp>
      <p:pic>
        <p:nvPicPr>
          <p:cNvPr id="17" name="Picture 16" descr="Archimate_Rel_Access.em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2776" y="2560320"/>
            <a:ext cx="1691640" cy="4512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22776" y="34290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Access</a:t>
            </a:r>
          </a:p>
        </p:txBody>
      </p:sp>
      <p:pic>
        <p:nvPicPr>
          <p:cNvPr id="19" name="Picture 18" descr="Archimate_Rel_Influence.em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144" y="2560320"/>
            <a:ext cx="1691640" cy="4512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24144" y="34290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Influence</a:t>
            </a:r>
          </a:p>
        </p:txBody>
      </p:sp>
      <p:pic>
        <p:nvPicPr>
          <p:cNvPr id="21" name="Picture 20" descr="Archimate_Rel_Triggering.em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5512" y="2560320"/>
            <a:ext cx="1691640" cy="4512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25512" y="342900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Triggering</a:t>
            </a:r>
          </a:p>
        </p:txBody>
      </p:sp>
      <p:pic>
        <p:nvPicPr>
          <p:cNvPr id="23" name="Picture 22" descr="Archimate_Rel_Flow.em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3977640"/>
            <a:ext cx="1691640" cy="4512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20040" y="484632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Flow</a:t>
            </a:r>
          </a:p>
        </p:txBody>
      </p:sp>
      <p:pic>
        <p:nvPicPr>
          <p:cNvPr id="25" name="Picture 24" descr="Archimate_Rel_Specialization.em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21408" y="3977640"/>
            <a:ext cx="1691640" cy="4512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21408" y="484632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Specialization</a:t>
            </a:r>
          </a:p>
        </p:txBody>
      </p:sp>
      <p:pic>
        <p:nvPicPr>
          <p:cNvPr id="27" name="Picture 26" descr="Archimate_Rel_Junction.em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22776" y="3977640"/>
            <a:ext cx="1691640" cy="4512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22776" y="484632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Junction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Mini scenario — actor, process, application service</a:t>
            </a:r>
          </a:p>
        </p:txBody>
      </p:sp>
      <p:pic>
        <p:nvPicPr>
          <p:cNvPr id="3" name="Picture 2" descr="Business_Actor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1828800" cy="1104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60604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Actor</a:t>
            </a:r>
          </a:p>
        </p:txBody>
      </p:sp>
      <p:pic>
        <p:nvPicPr>
          <p:cNvPr id="5" name="Picture 4" descr="Archimate_Rel_Serving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011680"/>
            <a:ext cx="1234440" cy="329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23160" y="2651760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serving</a:t>
            </a:r>
          </a:p>
        </p:txBody>
      </p:sp>
      <p:pic>
        <p:nvPicPr>
          <p:cNvPr id="7" name="Picture 6" descr="Business_Process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1691640"/>
            <a:ext cx="1828800" cy="11040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58768" y="260604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Business process</a:t>
            </a:r>
          </a:p>
        </p:txBody>
      </p:sp>
      <p:pic>
        <p:nvPicPr>
          <p:cNvPr id="9" name="Picture 8" descr="Archimate_Rel_Realizatio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2011680"/>
            <a:ext cx="1234440" cy="329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79008" y="2651760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realization</a:t>
            </a:r>
          </a:p>
        </p:txBody>
      </p:sp>
      <p:pic>
        <p:nvPicPr>
          <p:cNvPr id="11" name="Picture 10" descr="Application_Service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1691640"/>
            <a:ext cx="1828800" cy="11040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14616" y="260604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Application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Insert native connectors from the Insert tab, or copy these horizontal relation EMFs and rotate/resize as needed. Blue rings on elements mark suggested left / right / top / bottom attachment guides.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assets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GitHub: fideocam / EAinPowerpoint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emf_icons — hand-built stencil set (with four edge anchor targets)</a:t>
            </a:r>
          </a:p>
          <a:p>
            <a:pPr>
              <a:defRPr sz="1600"/>
            </a:pPr>
            <a:r>
              <a:t>• emf_exact_from_powerpoint — exports from Archimate_blank.pptx (same anchor treatment when regenerated)</a:t>
            </a:r>
          </a:p>
          <a:p>
            <a:pPr>
              <a:defRPr sz="1600"/>
            </a:pPr>
            <a:r>
              <a:t>• emf_archimate_relations — canonical relationship lines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Regenerate locally from the BlenderGPT workspace folder ea_archimate_emf/ (generate_icons.py, generate_archimate_relations.py, export_exact_from_ppt.py).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