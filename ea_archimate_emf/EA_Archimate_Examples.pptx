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wmf"/><Relationship Id="rId3" Type="http://schemas.openxmlformats.org/officeDocument/2006/relationships/image" Target="../media/image2.wmf"/><Relationship Id="rId4" Type="http://schemas.openxmlformats.org/officeDocument/2006/relationships/image" Target="../media/image3.wmf"/><Relationship Id="rId5" Type="http://schemas.openxmlformats.org/officeDocument/2006/relationships/image" Target="../media/image4.wmf"/><Relationship Id="rId6" Type="http://schemas.openxmlformats.org/officeDocument/2006/relationships/image" Target="../media/image5.wmf"/><Relationship Id="rId7" Type="http://schemas.openxmlformats.org/officeDocument/2006/relationships/image" Target="../media/image6.wmf"/><Relationship Id="rId8" Type="http://schemas.openxmlformats.org/officeDocument/2006/relationships/image" Target="../media/image7.wmf"/><Relationship Id="rId9" Type="http://schemas.openxmlformats.org/officeDocument/2006/relationships/image" Target="../media/image8.w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wmf"/><Relationship Id="rId3" Type="http://schemas.openxmlformats.org/officeDocument/2006/relationships/image" Target="../media/image10.wmf"/><Relationship Id="rId4" Type="http://schemas.openxmlformats.org/officeDocument/2006/relationships/image" Target="../media/image11.wmf"/><Relationship Id="rId5" Type="http://schemas.openxmlformats.org/officeDocument/2006/relationships/image" Target="../media/image12.wmf"/><Relationship Id="rId6" Type="http://schemas.openxmlformats.org/officeDocument/2006/relationships/image" Target="../media/image13.wmf"/><Relationship Id="rId7" Type="http://schemas.openxmlformats.org/officeDocument/2006/relationships/image" Target="../media/image14.wmf"/><Relationship Id="rId8" Type="http://schemas.openxmlformats.org/officeDocument/2006/relationships/image" Target="../media/image15.wmf"/><Relationship Id="rId9" Type="http://schemas.openxmlformats.org/officeDocument/2006/relationships/image" Target="../media/image16.wmf"/><Relationship Id="rId10" Type="http://schemas.openxmlformats.org/officeDocument/2006/relationships/image" Target="../media/image17.w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wmf"/><Relationship Id="rId3" Type="http://schemas.openxmlformats.org/officeDocument/2006/relationships/image" Target="../media/image19.wmf"/><Relationship Id="rId4" Type="http://schemas.openxmlformats.org/officeDocument/2006/relationships/image" Target="../media/image20.wmf"/><Relationship Id="rId5" Type="http://schemas.openxmlformats.org/officeDocument/2006/relationships/image" Target="../media/image21.wmf"/><Relationship Id="rId6" Type="http://schemas.openxmlformats.org/officeDocument/2006/relationships/image" Target="../media/image22.wmf"/><Relationship Id="rId7" Type="http://schemas.openxmlformats.org/officeDocument/2006/relationships/image" Target="../media/image23.wmf"/><Relationship Id="rId8" Type="http://schemas.openxmlformats.org/officeDocument/2006/relationships/image" Target="../media/image24.wmf"/><Relationship Id="rId9" Type="http://schemas.openxmlformats.org/officeDocument/2006/relationships/image" Target="../media/image25.wmf"/><Relationship Id="rId10" Type="http://schemas.openxmlformats.org/officeDocument/2006/relationships/image" Target="../media/image26.wmf"/><Relationship Id="rId11" Type="http://schemas.openxmlformats.org/officeDocument/2006/relationships/image" Target="../media/image27.wmf"/><Relationship Id="rId12" Type="http://schemas.openxmlformats.org/officeDocument/2006/relationships/image" Target="../media/image28.wmf"/><Relationship Id="rId13" Type="http://schemas.openxmlformats.org/officeDocument/2006/relationships/image" Target="../media/image29.wmf"/><Relationship Id="rId14" Type="http://schemas.openxmlformats.org/officeDocument/2006/relationships/image" Target="../media/image30.w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wmf"/><Relationship Id="rId3" Type="http://schemas.openxmlformats.org/officeDocument/2006/relationships/image" Target="../media/image24.wmf"/><Relationship Id="rId4" Type="http://schemas.openxmlformats.org/officeDocument/2006/relationships/image" Target="../media/image3.wmf"/><Relationship Id="rId5" Type="http://schemas.openxmlformats.org/officeDocument/2006/relationships/image" Target="../media/image21.wmf"/><Relationship Id="rId6" Type="http://schemas.openxmlformats.org/officeDocument/2006/relationships/image" Target="../media/image6.w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Enterprise architecture in PowerPoint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Examples: ArchiMate-style elements, relationship connectors, and a small scenario.</a:t>
            </a:r>
          </a:p>
          <a:p>
            <a:r>
              <a:t>EMF files include four edge targets to align connectors.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Layer examples — business &amp; application elements</a:t>
            </a:r>
          </a:p>
        </p:txBody>
      </p:sp>
      <p:pic>
        <p:nvPicPr>
          <p:cNvPr id="3" name="Picture 2" descr="Business_Actor.em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874519" cy="11316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03120"/>
            <a:ext cx="187451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Business Actor</a:t>
            </a:r>
          </a:p>
        </p:txBody>
      </p:sp>
      <p:pic>
        <p:nvPicPr>
          <p:cNvPr id="5" name="Picture 4" descr="Business_Role.em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99" y="1234440"/>
            <a:ext cx="1874519" cy="11316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14599" y="2103120"/>
            <a:ext cx="187451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Business Role</a:t>
            </a:r>
          </a:p>
        </p:txBody>
      </p:sp>
      <p:pic>
        <p:nvPicPr>
          <p:cNvPr id="7" name="Picture 6" descr="Business_Process.em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8" y="1234440"/>
            <a:ext cx="1874519" cy="11316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1998" y="2103120"/>
            <a:ext cx="187451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Business Process</a:t>
            </a:r>
          </a:p>
        </p:txBody>
      </p:sp>
      <p:pic>
        <p:nvPicPr>
          <p:cNvPr id="9" name="Picture 8" descr="Business_Service.em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397" y="1234440"/>
            <a:ext cx="1874519" cy="113160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29397" y="2103120"/>
            <a:ext cx="187451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Business Service</a:t>
            </a:r>
          </a:p>
        </p:txBody>
      </p:sp>
      <p:pic>
        <p:nvPicPr>
          <p:cNvPr id="11" name="Picture 10" descr="Application_Component.em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651760"/>
            <a:ext cx="1874519" cy="11316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3520440"/>
            <a:ext cx="187451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Application Component</a:t>
            </a:r>
          </a:p>
        </p:txBody>
      </p:sp>
      <p:pic>
        <p:nvPicPr>
          <p:cNvPr id="13" name="Picture 12" descr="Application_Service.emf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14599" y="2651760"/>
            <a:ext cx="1874519" cy="11316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514599" y="3520440"/>
            <a:ext cx="187451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Application Service</a:t>
            </a:r>
          </a:p>
        </p:txBody>
      </p:sp>
      <p:pic>
        <p:nvPicPr>
          <p:cNvPr id="15" name="Picture 14" descr="Data_Object.emf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1998" y="2651760"/>
            <a:ext cx="1874519" cy="113160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1998" y="3520440"/>
            <a:ext cx="187451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Data Object</a:t>
            </a:r>
          </a:p>
        </p:txBody>
      </p:sp>
      <p:pic>
        <p:nvPicPr>
          <p:cNvPr id="17" name="Picture 16" descr="Application_Function.emf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9397" y="2651760"/>
            <a:ext cx="1874519" cy="113160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29397" y="3520440"/>
            <a:ext cx="187451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Application Function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Technology, location, and motivation</a:t>
            </a:r>
          </a:p>
        </p:txBody>
      </p:sp>
      <p:pic>
        <p:nvPicPr>
          <p:cNvPr id="3" name="Picture 2" descr="Technology_Node.em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1965960" cy="11868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2103120"/>
            <a:ext cx="1965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Node</a:t>
            </a:r>
          </a:p>
        </p:txBody>
      </p:sp>
      <p:pic>
        <p:nvPicPr>
          <p:cNvPr id="5" name="Picture 4" descr="Technology_Interface.em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1234440"/>
            <a:ext cx="1965960" cy="11868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0" y="2103120"/>
            <a:ext cx="1965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Technology Interface</a:t>
            </a:r>
          </a:p>
        </p:txBody>
      </p:sp>
      <p:pic>
        <p:nvPicPr>
          <p:cNvPr id="7" name="Picture 6" descr="Technology.em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234440"/>
            <a:ext cx="1965960" cy="11868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09160" y="2103120"/>
            <a:ext cx="1965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Technology</a:t>
            </a:r>
          </a:p>
        </p:txBody>
      </p:sp>
      <p:pic>
        <p:nvPicPr>
          <p:cNvPr id="9" name="Picture 8" descr="Location.em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1234440"/>
            <a:ext cx="1965960" cy="11868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0" y="2103120"/>
            <a:ext cx="1965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Location</a:t>
            </a:r>
          </a:p>
        </p:txBody>
      </p:sp>
      <p:pic>
        <p:nvPicPr>
          <p:cNvPr id="11" name="Picture 10" descr="Representation.em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6840" y="1234440"/>
            <a:ext cx="1965960" cy="11868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06840" y="2103120"/>
            <a:ext cx="1965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Representation</a:t>
            </a:r>
          </a:p>
        </p:txBody>
      </p:sp>
      <p:pic>
        <p:nvPicPr>
          <p:cNvPr id="13" name="Picture 12" descr="Constraint.emf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2880360"/>
            <a:ext cx="1965960" cy="118680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1480" y="3749040"/>
            <a:ext cx="1965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Constraint</a:t>
            </a:r>
          </a:p>
        </p:txBody>
      </p:sp>
      <p:pic>
        <p:nvPicPr>
          <p:cNvPr id="15" name="Picture 14" descr="Requirement.emf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60320" y="2880360"/>
            <a:ext cx="1965960" cy="118680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0" y="3749040"/>
            <a:ext cx="1965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Requirement</a:t>
            </a:r>
          </a:p>
        </p:txBody>
      </p:sp>
      <p:pic>
        <p:nvPicPr>
          <p:cNvPr id="17" name="Picture 16" descr="Goal.emf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9160" y="2880360"/>
            <a:ext cx="1965960" cy="11868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709160" y="3749040"/>
            <a:ext cx="1965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Goal</a:t>
            </a:r>
          </a:p>
        </p:txBody>
      </p:sp>
      <p:pic>
        <p:nvPicPr>
          <p:cNvPr id="19" name="Picture 18" descr="Gap.emf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0" y="2880360"/>
            <a:ext cx="1965960" cy="118680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58000" y="3749040"/>
            <a:ext cx="1965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Gap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ArchiMate-style relationship connectors (EMF)</a:t>
            </a:r>
          </a:p>
        </p:txBody>
      </p:sp>
      <p:pic>
        <p:nvPicPr>
          <p:cNvPr id="3" name="Picture 2" descr="Archimate_Rel_Composition.em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1691640" cy="4512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0040" y="2011680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Composition</a:t>
            </a:r>
          </a:p>
        </p:txBody>
      </p:sp>
      <p:pic>
        <p:nvPicPr>
          <p:cNvPr id="5" name="Picture 4" descr="Archimate_Rel_Aggregation.em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1408" y="1143000"/>
            <a:ext cx="1691640" cy="4512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21408" y="2011680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Aggregation</a:t>
            </a:r>
          </a:p>
        </p:txBody>
      </p:sp>
      <p:pic>
        <p:nvPicPr>
          <p:cNvPr id="7" name="Picture 6" descr="Archimate_Rel_Assignment.em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776" y="1143000"/>
            <a:ext cx="1691640" cy="451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22776" y="2011680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Assignment</a:t>
            </a:r>
          </a:p>
        </p:txBody>
      </p:sp>
      <p:pic>
        <p:nvPicPr>
          <p:cNvPr id="9" name="Picture 8" descr="Archimate_Rel_Realization.em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4144" y="1143000"/>
            <a:ext cx="1691640" cy="4512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24144" y="2011680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Realization</a:t>
            </a:r>
          </a:p>
        </p:txBody>
      </p:sp>
      <p:pic>
        <p:nvPicPr>
          <p:cNvPr id="11" name="Picture 10" descr="Archimate_Rel_Association.em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5512" y="1143000"/>
            <a:ext cx="1691640" cy="4512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25512" y="2011680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Association</a:t>
            </a:r>
          </a:p>
        </p:txBody>
      </p:sp>
      <p:pic>
        <p:nvPicPr>
          <p:cNvPr id="13" name="Picture 12" descr="Archimate_Rel_Association_Directed.emf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" y="2560320"/>
            <a:ext cx="1691640" cy="4512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0040" y="3429000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Assoc. (directed)</a:t>
            </a:r>
          </a:p>
        </p:txBody>
      </p:sp>
      <p:pic>
        <p:nvPicPr>
          <p:cNvPr id="15" name="Picture 14" descr="Archimate_Rel_Serving.emf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1408" y="2560320"/>
            <a:ext cx="1691640" cy="4512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21408" y="3429000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Serving</a:t>
            </a:r>
          </a:p>
        </p:txBody>
      </p:sp>
      <p:pic>
        <p:nvPicPr>
          <p:cNvPr id="17" name="Picture 16" descr="Archimate_Rel_Access.emf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2776" y="2560320"/>
            <a:ext cx="1691640" cy="45122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922776" y="3429000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Access</a:t>
            </a:r>
          </a:p>
        </p:txBody>
      </p:sp>
      <p:pic>
        <p:nvPicPr>
          <p:cNvPr id="19" name="Picture 18" descr="Archimate_Rel_Influence.emf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24144" y="2560320"/>
            <a:ext cx="1691640" cy="45122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724144" y="3429000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Influence</a:t>
            </a:r>
          </a:p>
        </p:txBody>
      </p:sp>
      <p:pic>
        <p:nvPicPr>
          <p:cNvPr id="21" name="Picture 20" descr="Archimate_Rel_Triggering.emf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25512" y="2560320"/>
            <a:ext cx="1691640" cy="45122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525512" y="3429000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Triggering</a:t>
            </a:r>
          </a:p>
        </p:txBody>
      </p:sp>
      <p:pic>
        <p:nvPicPr>
          <p:cNvPr id="23" name="Picture 22" descr="Archimate_Rel_Flow.emf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0040" y="3977640"/>
            <a:ext cx="1691640" cy="45122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20040" y="4846320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Flow</a:t>
            </a:r>
          </a:p>
        </p:txBody>
      </p:sp>
      <p:pic>
        <p:nvPicPr>
          <p:cNvPr id="25" name="Picture 24" descr="Archimate_Rel_Specialization.emf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21408" y="3977640"/>
            <a:ext cx="1691640" cy="45122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21408" y="4846320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Specialization</a:t>
            </a:r>
          </a:p>
        </p:txBody>
      </p:sp>
      <p:pic>
        <p:nvPicPr>
          <p:cNvPr id="27" name="Picture 26" descr="Archimate_Rel_Junction.emf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22776" y="3977640"/>
            <a:ext cx="1691640" cy="45122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922776" y="4846320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Junction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Mini scenario — actor, process, application service</a:t>
            </a:r>
          </a:p>
        </p:txBody>
      </p:sp>
      <p:pic>
        <p:nvPicPr>
          <p:cNvPr id="3" name="Picture 2" descr="Business_Actor.em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1828800" cy="11040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2606040"/>
            <a:ext cx="1828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Actor</a:t>
            </a:r>
          </a:p>
        </p:txBody>
      </p:sp>
      <p:pic>
        <p:nvPicPr>
          <p:cNvPr id="5" name="Picture 4" descr="Archimate_Rel_Serving.em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2011680"/>
            <a:ext cx="1234440" cy="329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423160" y="2651760"/>
            <a:ext cx="1234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serving</a:t>
            </a:r>
          </a:p>
        </p:txBody>
      </p:sp>
      <p:pic>
        <p:nvPicPr>
          <p:cNvPr id="7" name="Picture 6" descr="Business_Process.em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8768" y="1691640"/>
            <a:ext cx="1828800" cy="11040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58768" y="2606040"/>
            <a:ext cx="1828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Business process</a:t>
            </a:r>
          </a:p>
        </p:txBody>
      </p:sp>
      <p:pic>
        <p:nvPicPr>
          <p:cNvPr id="9" name="Picture 8" descr="Archimate_Rel_Realization.em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08" y="2011680"/>
            <a:ext cx="1234440" cy="329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79008" y="2651760"/>
            <a:ext cx="1234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realization</a:t>
            </a:r>
          </a:p>
        </p:txBody>
      </p:sp>
      <p:pic>
        <p:nvPicPr>
          <p:cNvPr id="11" name="Picture 10" descr="Application_Service.em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4616" y="1691640"/>
            <a:ext cx="1828800" cy="11040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14616" y="2606040"/>
            <a:ext cx="1828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Application 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2461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Insert native connectors from the Insert tab, or copy these horizontal relation EMFs and rotate/resize as needed. Blue rings on elements mark suggested left / right / top / bottom attachment guides.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the assets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GitHub: fideocam / EAinPowerpoint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• emf_icons — hand-built stencil set (with four edge anchor targets)</a:t>
            </a:r>
          </a:p>
          <a:p>
            <a:pPr>
              <a:defRPr sz="1600"/>
            </a:pPr>
            <a:r>
              <a:t>• emf_exact_from_powerpoint — exports from Archimate_blank.pptx (same anchor treatment when regenerated)</a:t>
            </a:r>
          </a:p>
          <a:p>
            <a:pPr>
              <a:defRPr sz="1600"/>
            </a:pPr>
            <a:r>
              <a:t>• emf_archimate_relations — canonical relationship lines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Regenerate locally from the BlenderGPT workspace folder ea_archimate_emf/ (generate_icons.py, generate_archimate_relations.py, export_exact_from_ppt.py).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